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000" b="1"/>
              <a:t>Contribution of the State Department of Immigration &amp; Citizen Services to Digital Public Infrastructure (DPI) in Kenya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500"/>
              </a:spcAft>
            </a:pPr>
            <a:r>
              <a:t>1. Foundational Digital Identity – Maisha Number</a:t>
            </a:r>
          </a:p>
          <a:p>
            <a:pPr lvl="1">
              <a:spcAft>
                <a:spcPts val="500"/>
              </a:spcAft>
            </a:pPr>
            <a:r>
              <a:t>• Custodian of Kenya’s digital identity providing a unique lifetime identifier.</a:t>
            </a:r>
          </a:p>
          <a:p>
            <a:pPr lvl="1">
              <a:spcAft>
                <a:spcPts val="500"/>
              </a:spcAft>
            </a:pPr>
            <a:r>
              <a:t>• Integrates civil and immigration data for secure, verifiable identification.</a:t>
            </a:r>
          </a:p>
          <a:p>
            <a:pPr lvl="1">
              <a:spcAft>
                <a:spcPts val="500"/>
              </a:spcAft>
            </a:pPr>
            <a:r>
              <a:t>• Enables digital authentication and inclusion across platforms.</a:t>
            </a:r>
          </a:p>
          <a:p>
            <a:pPr lvl="1">
              <a:spcAft>
                <a:spcPts val="500"/>
              </a:spcAft>
            </a:pPr>
            <a:r>
              <a:t>• Aligned with the Kenya Data Protection Act (2019).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t>2. eCitizen – Flagship Digital Public Infrastructure Platform</a:t>
            </a:r>
          </a:p>
          <a:p>
            <a:pPr lvl="1">
              <a:spcAft>
                <a:spcPts val="500"/>
              </a:spcAft>
            </a:pPr>
            <a:r>
              <a:t>• Central gateway for accessing and paying for over 16,000 government services.</a:t>
            </a:r>
          </a:p>
          <a:p>
            <a:pPr lvl="1">
              <a:spcAft>
                <a:spcPts val="500"/>
              </a:spcAft>
            </a:pPr>
            <a:r>
              <a:t>• Enhances transparency, efficiency, and convenience in service delivery.</a:t>
            </a:r>
          </a:p>
          <a:p>
            <a:pPr lvl="1">
              <a:spcAft>
                <a:spcPts val="500"/>
              </a:spcAft>
            </a:pPr>
            <a:r>
              <a:t>• Integrates systems through APIs and shared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000" b="1"/>
              <a:t>Three-Layered DPI Ecosystem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500"/>
              </a:spcAft>
            </a:pPr>
            <a:r>
              <a:t>Three-Layered DPI Ecosystem:</a:t>
            </a:r>
          </a:p>
          <a:p>
            <a:pPr lvl="1">
              <a:spcAft>
                <a:spcPts val="500"/>
              </a:spcAft>
            </a:pPr>
            <a:r>
              <a:t>• Foundational Identity – Maisha Number (secure, inclusive digital ID).</a:t>
            </a:r>
          </a:p>
          <a:p>
            <a:pPr lvl="1">
              <a:spcAft>
                <a:spcPts val="500"/>
              </a:spcAft>
            </a:pPr>
            <a:r>
              <a:t>• Interoperability &amp; Data Exchange – eCitizen (unified access to services).</a:t>
            </a:r>
          </a:p>
          <a:p>
            <a:pPr lvl="1">
              <a:spcAft>
                <a:spcPts val="500"/>
              </a:spcAft>
            </a:pPr>
            <a:r>
              <a:t>• Payments – Integrated gateways for real-time, cashless transactions.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t>Impact:</a:t>
            </a:r>
          </a:p>
          <a:p>
            <a:pPr lvl="1">
              <a:spcAft>
                <a:spcPts val="500"/>
              </a:spcAft>
            </a:pPr>
            <a:r>
              <a:t>• Strengthens trust, inclusion, and accountability in service delivery.</a:t>
            </a:r>
          </a:p>
          <a:p>
            <a:pPr lvl="1">
              <a:spcAft>
                <a:spcPts val="500"/>
              </a:spcAft>
            </a:pPr>
            <a:r>
              <a:t>• Positions Kenya as a regional leader in Digital Public Infrastructure.</a:t>
            </a:r>
          </a:p>
          <a:p>
            <a:pPr lvl="1">
              <a:spcAft>
                <a:spcPts val="500"/>
              </a:spcAft>
            </a:pPr>
            <a:r>
              <a:t>• Builds a seamless ecosystem linking identity, data, and payments.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